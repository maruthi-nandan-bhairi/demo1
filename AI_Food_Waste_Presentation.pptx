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Food Waste Reduction Assistant for College Canteens</a:t>
            </a:r>
          </a:p>
          <a:p>
            <a:r>
              <a:t>Maruthi</a:t>
            </a:r>
          </a:p>
          <a:p>
            <a:r>
              <a:t>MS Ramaiah University of Applied Sciences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Food prepared based on assumptions leads to wastage.</a:t>
            </a:r>
          </a:p>
          <a:p>
            <a:r>
              <a:t>AI helps predict meal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 Data → Preprocess → Train ML Model → Predict Meals → Recommendation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Scikit-Learn, Linear Regression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180 students → Predicted meals: 174 → Recommended meals: 179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food waste by 20–30% and support SDG 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